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Canva Sans Bold" charset="1" panose="020B0803030501040103"/>
      <p:regular r:id="rId13"/>
    </p:embeddedFont>
    <p:embeddedFont>
      <p:font typeface="Canva Sans" charset="1" panose="020B0503030501040103"/>
      <p:regular r:id="rId14"/>
    </p:embeddedFont>
    <p:embeddedFont>
      <p:font typeface="Open Sans Bold" charset="1" panose="020B0806030504020204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F1F0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-638078" y="4448905"/>
            <a:ext cx="4722745" cy="1389189"/>
            <a:chOff x="0" y="0"/>
            <a:chExt cx="6296994" cy="1852253"/>
          </a:xfrm>
        </p:grpSpPr>
        <p:grpSp>
          <p:nvGrpSpPr>
            <p:cNvPr name="Group 3" id="3"/>
            <p:cNvGrpSpPr>
              <a:grpSpLocks noChangeAspect="true"/>
            </p:cNvGrpSpPr>
            <p:nvPr/>
          </p:nvGrpSpPr>
          <p:grpSpPr>
            <a:xfrm rot="-10800000">
              <a:off x="0" y="0"/>
              <a:ext cx="1848345" cy="1848345"/>
              <a:chOff x="0" y="0"/>
              <a:chExt cx="2653030" cy="265303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2653030" cy="2654300"/>
              </a:xfrm>
              <a:custGeom>
                <a:avLst/>
                <a:gdLst/>
                <a:ahLst/>
                <a:cxnLst/>
                <a:rect r="r" b="b" t="t" l="l"/>
                <a:pathLst>
                  <a:path h="2654300" w="2653030">
                    <a:moveTo>
                      <a:pt x="0" y="1535430"/>
                    </a:moveTo>
                    <a:lnTo>
                      <a:pt x="0" y="1463040"/>
                    </a:lnTo>
                    <a:lnTo>
                      <a:pt x="1463040" y="0"/>
                    </a:lnTo>
                    <a:lnTo>
                      <a:pt x="1535430" y="0"/>
                    </a:lnTo>
                    <a:lnTo>
                      <a:pt x="0" y="1535430"/>
                    </a:lnTo>
                    <a:close/>
                    <a:moveTo>
                      <a:pt x="1681480" y="0"/>
                    </a:moveTo>
                    <a:lnTo>
                      <a:pt x="1609090" y="0"/>
                    </a:lnTo>
                    <a:lnTo>
                      <a:pt x="0" y="1607820"/>
                    </a:lnTo>
                    <a:lnTo>
                      <a:pt x="0" y="1680210"/>
                    </a:lnTo>
                    <a:lnTo>
                      <a:pt x="1681480" y="0"/>
                    </a:lnTo>
                    <a:close/>
                    <a:moveTo>
                      <a:pt x="1390650" y="0"/>
                    </a:moveTo>
                    <a:lnTo>
                      <a:pt x="1318260" y="0"/>
                    </a:lnTo>
                    <a:lnTo>
                      <a:pt x="0" y="1318260"/>
                    </a:lnTo>
                    <a:lnTo>
                      <a:pt x="0" y="1390650"/>
                    </a:lnTo>
                    <a:lnTo>
                      <a:pt x="1390650" y="0"/>
                    </a:lnTo>
                    <a:close/>
                    <a:moveTo>
                      <a:pt x="1245870" y="0"/>
                    </a:moveTo>
                    <a:lnTo>
                      <a:pt x="1173480" y="0"/>
                    </a:lnTo>
                    <a:lnTo>
                      <a:pt x="0" y="1173480"/>
                    </a:lnTo>
                    <a:lnTo>
                      <a:pt x="0" y="1245870"/>
                    </a:lnTo>
                    <a:lnTo>
                      <a:pt x="1245870" y="0"/>
                    </a:lnTo>
                    <a:close/>
                    <a:moveTo>
                      <a:pt x="1826260" y="0"/>
                    </a:moveTo>
                    <a:lnTo>
                      <a:pt x="1753870" y="0"/>
                    </a:lnTo>
                    <a:lnTo>
                      <a:pt x="0" y="1753870"/>
                    </a:lnTo>
                    <a:lnTo>
                      <a:pt x="0" y="1826260"/>
                    </a:lnTo>
                    <a:lnTo>
                      <a:pt x="1826260" y="0"/>
                    </a:lnTo>
                    <a:close/>
                    <a:moveTo>
                      <a:pt x="2260600" y="0"/>
                    </a:moveTo>
                    <a:lnTo>
                      <a:pt x="2188210" y="0"/>
                    </a:lnTo>
                    <a:lnTo>
                      <a:pt x="0" y="2188210"/>
                    </a:lnTo>
                    <a:lnTo>
                      <a:pt x="0" y="2260600"/>
                    </a:lnTo>
                    <a:lnTo>
                      <a:pt x="2260600" y="0"/>
                    </a:lnTo>
                    <a:close/>
                    <a:moveTo>
                      <a:pt x="2551430" y="0"/>
                    </a:moveTo>
                    <a:lnTo>
                      <a:pt x="2479040" y="0"/>
                    </a:lnTo>
                    <a:lnTo>
                      <a:pt x="0" y="2479040"/>
                    </a:lnTo>
                    <a:lnTo>
                      <a:pt x="0" y="2551430"/>
                    </a:lnTo>
                    <a:lnTo>
                      <a:pt x="2551430" y="0"/>
                    </a:lnTo>
                    <a:close/>
                    <a:moveTo>
                      <a:pt x="2405380" y="0"/>
                    </a:moveTo>
                    <a:lnTo>
                      <a:pt x="2332990" y="0"/>
                    </a:lnTo>
                    <a:lnTo>
                      <a:pt x="0" y="2332990"/>
                    </a:lnTo>
                    <a:lnTo>
                      <a:pt x="0" y="2405380"/>
                    </a:lnTo>
                    <a:lnTo>
                      <a:pt x="2405380" y="0"/>
                    </a:lnTo>
                    <a:close/>
                    <a:moveTo>
                      <a:pt x="2115820" y="0"/>
                    </a:moveTo>
                    <a:lnTo>
                      <a:pt x="2043430" y="0"/>
                    </a:lnTo>
                    <a:lnTo>
                      <a:pt x="0" y="2043430"/>
                    </a:lnTo>
                    <a:lnTo>
                      <a:pt x="0" y="2115820"/>
                    </a:lnTo>
                    <a:lnTo>
                      <a:pt x="2115820" y="0"/>
                    </a:lnTo>
                    <a:close/>
                    <a:moveTo>
                      <a:pt x="375920" y="0"/>
                    </a:moveTo>
                    <a:lnTo>
                      <a:pt x="303530" y="0"/>
                    </a:lnTo>
                    <a:lnTo>
                      <a:pt x="0" y="303530"/>
                    </a:lnTo>
                    <a:lnTo>
                      <a:pt x="0" y="375920"/>
                    </a:lnTo>
                    <a:lnTo>
                      <a:pt x="375920" y="0"/>
                    </a:lnTo>
                    <a:close/>
                    <a:moveTo>
                      <a:pt x="1101090" y="0"/>
                    </a:moveTo>
                    <a:lnTo>
                      <a:pt x="1028700" y="0"/>
                    </a:lnTo>
                    <a:lnTo>
                      <a:pt x="0" y="1028700"/>
                    </a:lnTo>
                    <a:lnTo>
                      <a:pt x="0" y="1101090"/>
                    </a:lnTo>
                    <a:lnTo>
                      <a:pt x="1101090" y="0"/>
                    </a:lnTo>
                    <a:close/>
                    <a:moveTo>
                      <a:pt x="2653030" y="0"/>
                    </a:moveTo>
                    <a:lnTo>
                      <a:pt x="2623820" y="0"/>
                    </a:lnTo>
                    <a:lnTo>
                      <a:pt x="0" y="2623820"/>
                    </a:lnTo>
                    <a:lnTo>
                      <a:pt x="0" y="2653030"/>
                    </a:lnTo>
                    <a:lnTo>
                      <a:pt x="43180" y="2653030"/>
                    </a:lnTo>
                    <a:lnTo>
                      <a:pt x="2653030" y="43180"/>
                    </a:lnTo>
                    <a:lnTo>
                      <a:pt x="2653030" y="0"/>
                    </a:lnTo>
                    <a:close/>
                    <a:moveTo>
                      <a:pt x="520700" y="0"/>
                    </a:moveTo>
                    <a:lnTo>
                      <a:pt x="448310" y="0"/>
                    </a:lnTo>
                    <a:lnTo>
                      <a:pt x="0" y="448310"/>
                    </a:lnTo>
                    <a:lnTo>
                      <a:pt x="0" y="520700"/>
                    </a:lnTo>
                    <a:lnTo>
                      <a:pt x="520700" y="0"/>
                    </a:lnTo>
                    <a:close/>
                    <a:moveTo>
                      <a:pt x="85090" y="0"/>
                    </a:moveTo>
                    <a:lnTo>
                      <a:pt x="12700" y="0"/>
                    </a:lnTo>
                    <a:lnTo>
                      <a:pt x="0" y="12700"/>
                    </a:lnTo>
                    <a:lnTo>
                      <a:pt x="0" y="85090"/>
                    </a:lnTo>
                    <a:lnTo>
                      <a:pt x="85090" y="0"/>
                    </a:lnTo>
                    <a:close/>
                    <a:moveTo>
                      <a:pt x="231140" y="0"/>
                    </a:moveTo>
                    <a:lnTo>
                      <a:pt x="158750" y="0"/>
                    </a:lnTo>
                    <a:lnTo>
                      <a:pt x="0" y="157480"/>
                    </a:lnTo>
                    <a:lnTo>
                      <a:pt x="0" y="229870"/>
                    </a:lnTo>
                    <a:lnTo>
                      <a:pt x="231140" y="0"/>
                    </a:lnTo>
                    <a:close/>
                    <a:moveTo>
                      <a:pt x="0" y="956310"/>
                    </a:moveTo>
                    <a:lnTo>
                      <a:pt x="956310" y="0"/>
                    </a:lnTo>
                    <a:lnTo>
                      <a:pt x="883920" y="0"/>
                    </a:lnTo>
                    <a:lnTo>
                      <a:pt x="0" y="882650"/>
                    </a:lnTo>
                    <a:lnTo>
                      <a:pt x="0" y="956310"/>
                    </a:lnTo>
                    <a:close/>
                    <a:moveTo>
                      <a:pt x="665480" y="0"/>
                    </a:moveTo>
                    <a:lnTo>
                      <a:pt x="593090" y="0"/>
                    </a:lnTo>
                    <a:lnTo>
                      <a:pt x="0" y="593090"/>
                    </a:lnTo>
                    <a:lnTo>
                      <a:pt x="0" y="665480"/>
                    </a:lnTo>
                    <a:lnTo>
                      <a:pt x="665480" y="0"/>
                    </a:lnTo>
                    <a:close/>
                    <a:moveTo>
                      <a:pt x="810260" y="0"/>
                    </a:moveTo>
                    <a:lnTo>
                      <a:pt x="737870" y="0"/>
                    </a:lnTo>
                    <a:lnTo>
                      <a:pt x="0" y="737870"/>
                    </a:lnTo>
                    <a:lnTo>
                      <a:pt x="0" y="810260"/>
                    </a:lnTo>
                    <a:lnTo>
                      <a:pt x="810260" y="0"/>
                    </a:lnTo>
                    <a:close/>
                    <a:moveTo>
                      <a:pt x="1971040" y="0"/>
                    </a:moveTo>
                    <a:lnTo>
                      <a:pt x="1898650" y="0"/>
                    </a:lnTo>
                    <a:lnTo>
                      <a:pt x="0" y="1898650"/>
                    </a:lnTo>
                    <a:lnTo>
                      <a:pt x="0" y="1971040"/>
                    </a:lnTo>
                    <a:lnTo>
                      <a:pt x="1971040" y="0"/>
                    </a:lnTo>
                    <a:close/>
                    <a:moveTo>
                      <a:pt x="2653030" y="1783080"/>
                    </a:moveTo>
                    <a:lnTo>
                      <a:pt x="2653030" y="1710690"/>
                    </a:lnTo>
                    <a:lnTo>
                      <a:pt x="1710690" y="2653030"/>
                    </a:lnTo>
                    <a:lnTo>
                      <a:pt x="1783080" y="2653030"/>
                    </a:lnTo>
                    <a:lnTo>
                      <a:pt x="2653030" y="1783080"/>
                    </a:lnTo>
                    <a:close/>
                    <a:moveTo>
                      <a:pt x="2653030" y="1927860"/>
                    </a:moveTo>
                    <a:lnTo>
                      <a:pt x="2653030" y="1855470"/>
                    </a:lnTo>
                    <a:lnTo>
                      <a:pt x="1855470" y="2653030"/>
                    </a:lnTo>
                    <a:lnTo>
                      <a:pt x="1927860" y="2653030"/>
                    </a:lnTo>
                    <a:lnTo>
                      <a:pt x="2653030" y="1927860"/>
                    </a:lnTo>
                    <a:close/>
                    <a:moveTo>
                      <a:pt x="2653030" y="2072640"/>
                    </a:moveTo>
                    <a:lnTo>
                      <a:pt x="2653030" y="2000250"/>
                    </a:lnTo>
                    <a:lnTo>
                      <a:pt x="2000250" y="2653030"/>
                    </a:lnTo>
                    <a:lnTo>
                      <a:pt x="2072640" y="2653030"/>
                    </a:lnTo>
                    <a:lnTo>
                      <a:pt x="2653030" y="2072640"/>
                    </a:lnTo>
                    <a:close/>
                    <a:moveTo>
                      <a:pt x="2653030" y="1638300"/>
                    </a:moveTo>
                    <a:lnTo>
                      <a:pt x="2653030" y="1565910"/>
                    </a:lnTo>
                    <a:lnTo>
                      <a:pt x="1564640" y="2654300"/>
                    </a:lnTo>
                    <a:lnTo>
                      <a:pt x="1637030" y="2654300"/>
                    </a:lnTo>
                    <a:lnTo>
                      <a:pt x="2653030" y="1638300"/>
                    </a:lnTo>
                    <a:close/>
                    <a:moveTo>
                      <a:pt x="2217420" y="2653030"/>
                    </a:moveTo>
                    <a:lnTo>
                      <a:pt x="2653030" y="2217420"/>
                    </a:lnTo>
                    <a:lnTo>
                      <a:pt x="2653030" y="2145030"/>
                    </a:lnTo>
                    <a:lnTo>
                      <a:pt x="2145030" y="2653030"/>
                    </a:lnTo>
                    <a:lnTo>
                      <a:pt x="2217420" y="2653030"/>
                    </a:lnTo>
                    <a:close/>
                    <a:moveTo>
                      <a:pt x="2653030" y="2580640"/>
                    </a:moveTo>
                    <a:lnTo>
                      <a:pt x="2580640" y="2653030"/>
                    </a:lnTo>
                    <a:lnTo>
                      <a:pt x="2653030" y="2653030"/>
                    </a:lnTo>
                    <a:lnTo>
                      <a:pt x="2653030" y="2580640"/>
                    </a:lnTo>
                    <a:close/>
                    <a:moveTo>
                      <a:pt x="2653030" y="2508250"/>
                    </a:moveTo>
                    <a:lnTo>
                      <a:pt x="2653030" y="2435860"/>
                    </a:lnTo>
                    <a:lnTo>
                      <a:pt x="2435860" y="2653030"/>
                    </a:lnTo>
                    <a:lnTo>
                      <a:pt x="2508250" y="2653030"/>
                    </a:lnTo>
                    <a:lnTo>
                      <a:pt x="2653030" y="2508250"/>
                    </a:lnTo>
                    <a:close/>
                    <a:moveTo>
                      <a:pt x="2653030" y="2363470"/>
                    </a:moveTo>
                    <a:lnTo>
                      <a:pt x="2653030" y="2291080"/>
                    </a:lnTo>
                    <a:lnTo>
                      <a:pt x="2291080" y="2653030"/>
                    </a:lnTo>
                    <a:lnTo>
                      <a:pt x="2363470" y="2653030"/>
                    </a:lnTo>
                    <a:lnTo>
                      <a:pt x="2653030" y="2363470"/>
                    </a:lnTo>
                    <a:close/>
                    <a:moveTo>
                      <a:pt x="2653030" y="1492250"/>
                    </a:moveTo>
                    <a:lnTo>
                      <a:pt x="2653030" y="1419860"/>
                    </a:lnTo>
                    <a:lnTo>
                      <a:pt x="1419860" y="2653030"/>
                    </a:lnTo>
                    <a:lnTo>
                      <a:pt x="1492250" y="2653030"/>
                    </a:lnTo>
                    <a:lnTo>
                      <a:pt x="2653030" y="1492250"/>
                    </a:lnTo>
                    <a:close/>
                    <a:moveTo>
                      <a:pt x="2653030" y="187960"/>
                    </a:moveTo>
                    <a:lnTo>
                      <a:pt x="2653030" y="115570"/>
                    </a:lnTo>
                    <a:lnTo>
                      <a:pt x="115570" y="2653030"/>
                    </a:lnTo>
                    <a:lnTo>
                      <a:pt x="187960" y="2653030"/>
                    </a:lnTo>
                    <a:lnTo>
                      <a:pt x="2653030" y="187960"/>
                    </a:lnTo>
                    <a:close/>
                    <a:moveTo>
                      <a:pt x="2653030" y="622300"/>
                    </a:moveTo>
                    <a:lnTo>
                      <a:pt x="2653030" y="549910"/>
                    </a:lnTo>
                    <a:lnTo>
                      <a:pt x="549910" y="2653030"/>
                    </a:lnTo>
                    <a:lnTo>
                      <a:pt x="622300" y="2653030"/>
                    </a:lnTo>
                    <a:lnTo>
                      <a:pt x="2653030" y="622300"/>
                    </a:lnTo>
                    <a:close/>
                    <a:moveTo>
                      <a:pt x="2653030" y="477520"/>
                    </a:moveTo>
                    <a:lnTo>
                      <a:pt x="2653030" y="405130"/>
                    </a:lnTo>
                    <a:lnTo>
                      <a:pt x="405130" y="2653030"/>
                    </a:lnTo>
                    <a:lnTo>
                      <a:pt x="477520" y="2653030"/>
                    </a:lnTo>
                    <a:lnTo>
                      <a:pt x="2653030" y="477520"/>
                    </a:lnTo>
                    <a:close/>
                    <a:moveTo>
                      <a:pt x="2653030" y="1347470"/>
                    </a:moveTo>
                    <a:lnTo>
                      <a:pt x="2653030" y="1275080"/>
                    </a:lnTo>
                    <a:lnTo>
                      <a:pt x="1275080" y="2653030"/>
                    </a:lnTo>
                    <a:lnTo>
                      <a:pt x="1347470" y="2653030"/>
                    </a:lnTo>
                    <a:lnTo>
                      <a:pt x="2653030" y="1347470"/>
                    </a:lnTo>
                    <a:close/>
                    <a:moveTo>
                      <a:pt x="2653030" y="767080"/>
                    </a:moveTo>
                    <a:lnTo>
                      <a:pt x="2653030" y="694690"/>
                    </a:lnTo>
                    <a:lnTo>
                      <a:pt x="694690" y="2653030"/>
                    </a:lnTo>
                    <a:lnTo>
                      <a:pt x="767080" y="2653030"/>
                    </a:lnTo>
                    <a:lnTo>
                      <a:pt x="2653030" y="767080"/>
                    </a:lnTo>
                    <a:close/>
                    <a:moveTo>
                      <a:pt x="2653030" y="332740"/>
                    </a:moveTo>
                    <a:lnTo>
                      <a:pt x="2653030" y="260350"/>
                    </a:lnTo>
                    <a:lnTo>
                      <a:pt x="260350" y="2653030"/>
                    </a:lnTo>
                    <a:lnTo>
                      <a:pt x="332740" y="2653030"/>
                    </a:lnTo>
                    <a:lnTo>
                      <a:pt x="2653030" y="332740"/>
                    </a:lnTo>
                    <a:close/>
                    <a:moveTo>
                      <a:pt x="2653030" y="1202690"/>
                    </a:moveTo>
                    <a:lnTo>
                      <a:pt x="2653030" y="1130300"/>
                    </a:lnTo>
                    <a:lnTo>
                      <a:pt x="1130300" y="2653030"/>
                    </a:lnTo>
                    <a:lnTo>
                      <a:pt x="1202690" y="2653030"/>
                    </a:lnTo>
                    <a:lnTo>
                      <a:pt x="2653030" y="1202690"/>
                    </a:lnTo>
                    <a:close/>
                    <a:moveTo>
                      <a:pt x="2653030" y="913130"/>
                    </a:moveTo>
                    <a:lnTo>
                      <a:pt x="2653030" y="840740"/>
                    </a:lnTo>
                    <a:lnTo>
                      <a:pt x="840740" y="2653030"/>
                    </a:lnTo>
                    <a:lnTo>
                      <a:pt x="913130" y="2653030"/>
                    </a:lnTo>
                    <a:lnTo>
                      <a:pt x="2653030" y="913130"/>
                    </a:lnTo>
                    <a:close/>
                    <a:moveTo>
                      <a:pt x="2653030" y="1057910"/>
                    </a:moveTo>
                    <a:lnTo>
                      <a:pt x="2653030" y="985520"/>
                    </a:lnTo>
                    <a:lnTo>
                      <a:pt x="985520" y="2653030"/>
                    </a:lnTo>
                    <a:lnTo>
                      <a:pt x="1057910" y="2653030"/>
                    </a:lnTo>
                    <a:lnTo>
                      <a:pt x="2653030" y="105791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</p:grpSp>
        <p:sp>
          <p:nvSpPr>
            <p:cNvPr name="AutoShape 5" id="5"/>
            <p:cNvSpPr/>
            <p:nvPr/>
          </p:nvSpPr>
          <p:spPr>
            <a:xfrm rot="-10800000">
              <a:off x="4448649" y="7814"/>
              <a:ext cx="1848345" cy="1840531"/>
            </a:xfrm>
            <a:prstGeom prst="rect">
              <a:avLst/>
            </a:prstGeom>
            <a:solidFill>
              <a:srgbClr val="000000"/>
            </a:solidFill>
          </p:spPr>
        </p:sp>
        <p:grpSp>
          <p:nvGrpSpPr>
            <p:cNvPr name="Group 6" id="6"/>
            <p:cNvGrpSpPr>
              <a:grpSpLocks noChangeAspect="true"/>
            </p:cNvGrpSpPr>
            <p:nvPr/>
          </p:nvGrpSpPr>
          <p:grpSpPr>
            <a:xfrm rot="-10800000">
              <a:off x="2224324" y="3907"/>
              <a:ext cx="1848345" cy="1848345"/>
              <a:chOff x="0" y="0"/>
              <a:chExt cx="1708150" cy="170815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1708150" cy="1708150"/>
              </a:xfrm>
              <a:custGeom>
                <a:avLst/>
                <a:gdLst/>
                <a:ahLst/>
                <a:cxnLst/>
                <a:rect r="r" b="b" t="t" l="l"/>
                <a:pathLst>
                  <a:path h="1708150" w="1708150">
                    <a:moveTo>
                      <a:pt x="853440" y="1708150"/>
                    </a:moveTo>
                    <a:cubicBezTo>
                      <a:pt x="383540" y="1708150"/>
                      <a:pt x="0" y="1324610"/>
                      <a:pt x="0" y="853440"/>
                    </a:cubicBezTo>
                    <a:cubicBezTo>
                      <a:pt x="0" y="383540"/>
                      <a:pt x="383540" y="0"/>
                      <a:pt x="853440" y="0"/>
                    </a:cubicBezTo>
                    <a:cubicBezTo>
                      <a:pt x="1324610" y="0"/>
                      <a:pt x="1706880" y="383540"/>
                      <a:pt x="1706880" y="853440"/>
                    </a:cubicBezTo>
                    <a:cubicBezTo>
                      <a:pt x="1708150" y="1324610"/>
                      <a:pt x="1324610" y="1708150"/>
                      <a:pt x="853440" y="1708150"/>
                    </a:cubicBezTo>
                    <a:close/>
                    <a:moveTo>
                      <a:pt x="853440" y="469900"/>
                    </a:moveTo>
                    <a:cubicBezTo>
                      <a:pt x="642620" y="469900"/>
                      <a:pt x="469900" y="642620"/>
                      <a:pt x="469900" y="853440"/>
                    </a:cubicBezTo>
                    <a:cubicBezTo>
                      <a:pt x="469900" y="1064260"/>
                      <a:pt x="642620" y="1236980"/>
                      <a:pt x="853440" y="1236980"/>
                    </a:cubicBezTo>
                    <a:cubicBezTo>
                      <a:pt x="1064260" y="1236980"/>
                      <a:pt x="1236980" y="1064260"/>
                      <a:pt x="1236980" y="853440"/>
                    </a:cubicBezTo>
                    <a:cubicBezTo>
                      <a:pt x="1236980" y="642620"/>
                      <a:pt x="1065530" y="469900"/>
                      <a:pt x="853440" y="46990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</p:grpSp>
      </p:grpSp>
      <p:grpSp>
        <p:nvGrpSpPr>
          <p:cNvPr name="Group 8" id="8"/>
          <p:cNvGrpSpPr/>
          <p:nvPr/>
        </p:nvGrpSpPr>
        <p:grpSpPr>
          <a:xfrm rot="0">
            <a:off x="3512702" y="2286271"/>
            <a:ext cx="13557206" cy="5714457"/>
            <a:chOff x="0" y="0"/>
            <a:chExt cx="18076275" cy="7619276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-76200"/>
              <a:ext cx="18076275" cy="35680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0783"/>
                </a:lnSpc>
              </a:pPr>
              <a:r>
                <a:rPr lang="en-US" b="true" sz="8294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MFA Recovery &amp; Lockout Communication Guide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4891316"/>
              <a:ext cx="18076275" cy="27279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199"/>
                </a:lnSpc>
              </a:pPr>
              <a:r>
                <a:rPr lang="en-US" sz="2799" u="none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The document outlines recommended steps for users who face account access issues because of lost or inaccessible Multi-Factor Authentication (MFA) devices. It also provides guidance on secure recovery methods and shares best practices to reduce the risk of future problems.</a:t>
              </a:r>
            </a:p>
          </p:txBody>
        </p:sp>
        <p:sp>
          <p:nvSpPr>
            <p:cNvPr name="AutoShape 11" id="11"/>
            <p:cNvSpPr/>
            <p:nvPr/>
          </p:nvSpPr>
          <p:spPr>
            <a:xfrm rot="0">
              <a:off x="0" y="3982225"/>
              <a:ext cx="1324627" cy="223120"/>
            </a:xfrm>
            <a:prstGeom prst="rect">
              <a:avLst/>
            </a:prstGeom>
            <a:solidFill>
              <a:srgbClr val="000000"/>
            </a:solid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1F0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0" y="962025"/>
            <a:ext cx="18288000" cy="2980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Multi-Factor Authentication (MFA) is a robust security protocol designed to strengthen account protection by requiring users to authenticate their identity through multiple methods, such as a password and a code from a mobile application. This approach is crucial in safeguarding against unauthorized access, even in scenarios where a password may be compromised.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0" y="-95250"/>
            <a:ext cx="17259300" cy="8870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The Objective of Multi-Factor Authentication (MFA)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0" y="4052105"/>
            <a:ext cx="15941336" cy="8870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2. Recovery</a:t>
            </a:r>
            <a:r>
              <a:rPr lang="en-US" b="true" sz="51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Process (Lost or Inaccessible Device)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0" y="5076825"/>
            <a:ext cx="18288000" cy="52118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620"/>
              </a:lnSpc>
            </a:pPr>
            <a:r>
              <a:rPr lang="en-US" sz="33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In the event of losing access to your Multi-Factor Authentication (MFA) device, please adhere to the following protocol:</a:t>
            </a:r>
          </a:p>
          <a:p>
            <a:pPr algn="ctr" marL="0" indent="0" lvl="0">
              <a:lnSpc>
                <a:spcPts val="4620"/>
              </a:lnSpc>
            </a:pPr>
          </a:p>
          <a:p>
            <a:pPr algn="ctr" marL="712582" indent="-356291" lvl="1">
              <a:lnSpc>
                <a:spcPts val="4620"/>
              </a:lnSpc>
              <a:buAutoNum type="arabicPeriod" startAt="1"/>
            </a:pPr>
            <a:r>
              <a:rPr lang="en-US" sz="33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Promptly inform the IT Support team of the situation.</a:t>
            </a:r>
          </a:p>
          <a:p>
            <a:pPr algn="ctr" marL="712582" indent="-356291" lvl="1">
              <a:lnSpc>
                <a:spcPts val="4620"/>
              </a:lnSpc>
              <a:buAutoNum type="arabicPeriod" startAt="1"/>
            </a:pPr>
            <a:r>
              <a:rPr lang="en-US" sz="33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Confirm your identity using a secondary email or by answering security questions.</a:t>
            </a:r>
          </a:p>
          <a:p>
            <a:pPr algn="ctr" marL="712582" indent="-356291" lvl="1">
              <a:lnSpc>
                <a:spcPts val="4620"/>
              </a:lnSpc>
              <a:buAutoNum type="arabicPeriod" startAt="1"/>
            </a:pPr>
            <a:r>
              <a:rPr lang="en-US" sz="33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An IT Administrator will facilitate the reset of your MFA registration.</a:t>
            </a:r>
          </a:p>
          <a:p>
            <a:pPr algn="ctr" marL="712582" indent="-356291" lvl="1">
              <a:lnSpc>
                <a:spcPts val="4620"/>
              </a:lnSpc>
              <a:buAutoNum type="arabicPeriod" startAt="1"/>
            </a:pPr>
            <a:r>
              <a:rPr lang="en-US" sz="33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Proceed to re-register your MFA on a new device utilizing Google Authenticator or another sanctioned method.</a:t>
            </a:r>
          </a:p>
          <a:p>
            <a:pPr algn="ctr">
              <a:lnSpc>
                <a:spcPts val="4620"/>
              </a:lnSpc>
            </a:pPr>
            <a:r>
              <a:rPr lang="en-US" sz="33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Conduct a login test to verify that the MFA setup is operating as expected.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0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415934"/>
            <a:ext cx="18288000" cy="9871066"/>
          </a:xfrm>
          <a:custGeom>
            <a:avLst/>
            <a:gdLst/>
            <a:ahLst/>
            <a:cxnLst/>
            <a:rect r="r" b="b" t="t" l="l"/>
            <a:pathLst>
              <a:path h="9871066" w="18288000">
                <a:moveTo>
                  <a:pt x="0" y="0"/>
                </a:moveTo>
                <a:lnTo>
                  <a:pt x="18288000" y="0"/>
                </a:lnTo>
                <a:lnTo>
                  <a:pt x="18288000" y="9871066"/>
                </a:lnTo>
                <a:lnTo>
                  <a:pt x="0" y="987106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538" t="-7064" r="-2985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0" y="8622692"/>
            <a:ext cx="10777483" cy="857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600"/>
              </a:lnSpc>
            </a:pPr>
            <a:r>
              <a:rPr lang="en-US" b="true" sz="60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Cap</a:t>
            </a:r>
            <a:r>
              <a:rPr lang="en-US" b="true" sz="60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tured Visuals.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0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4034" r="0" b="-52984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0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700676"/>
            <a:ext cx="18288000" cy="9586324"/>
          </a:xfrm>
          <a:custGeom>
            <a:avLst/>
            <a:gdLst/>
            <a:ahLst/>
            <a:cxnLst/>
            <a:rect r="r" b="b" t="t" l="l"/>
            <a:pathLst>
              <a:path h="9586324" w="18288000">
                <a:moveTo>
                  <a:pt x="0" y="0"/>
                </a:moveTo>
                <a:lnTo>
                  <a:pt x="18288000" y="0"/>
                </a:lnTo>
                <a:lnTo>
                  <a:pt x="18288000" y="9586324"/>
                </a:lnTo>
                <a:lnTo>
                  <a:pt x="0" y="958632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418" t="-7309" r="-5418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F1F0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43705" y="1545487"/>
            <a:ext cx="12929436" cy="7120730"/>
            <a:chOff x="0" y="0"/>
            <a:chExt cx="17239248" cy="9494307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0"/>
              <a:ext cx="17239248" cy="325135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9600"/>
                </a:lnSpc>
              </a:pPr>
              <a:r>
                <a:rPr lang="en-US" b="true" sz="8000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Proactive Strategic Recommendations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3499864"/>
              <a:ext cx="14767826" cy="111767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</a:pPr>
              <a:r>
                <a:rPr lang="en-US" sz="2799" u="none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Ensure you only approve MFA prompts that you have personally initiated.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6243917"/>
              <a:ext cx="12208794" cy="32503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547306" indent="-273653" lvl="1">
                <a:lnSpc>
                  <a:spcPts val="5070"/>
                </a:lnSpc>
                <a:buFont typeface="Arial"/>
                <a:buChar char="•"/>
              </a:pPr>
              <a:r>
                <a:rPr lang="en-US" sz="2535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Consider implementing an additional sign-in method, such as SMS or a recovery email, for enhanced security.</a:t>
              </a:r>
            </a:p>
            <a:p>
              <a:pPr algn="l" marL="547306" indent="-273653" lvl="1">
                <a:lnSpc>
                  <a:spcPts val="5070"/>
                </a:lnSpc>
                <a:buFont typeface="Arial"/>
                <a:buChar char="•"/>
              </a:pPr>
              <a:r>
                <a:rPr lang="en-US" sz="2535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Regularly review and update your multi-factor authentication (MFA) settings on a quarterly basis.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2119574" y="3266052"/>
            <a:ext cx="7188914" cy="8764322"/>
            <a:chOff x="0" y="0"/>
            <a:chExt cx="9585219" cy="11685763"/>
          </a:xfrm>
        </p:grpSpPr>
        <p:grpSp>
          <p:nvGrpSpPr>
            <p:cNvPr name="Group 7" id="7"/>
            <p:cNvGrpSpPr/>
            <p:nvPr/>
          </p:nvGrpSpPr>
          <p:grpSpPr>
            <a:xfrm rot="-2700000">
              <a:off x="-562750" y="7790982"/>
              <a:ext cx="7429400" cy="1485661"/>
              <a:chOff x="0" y="0"/>
              <a:chExt cx="31900754" cy="637921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31900754" cy="6379210"/>
              </a:xfrm>
              <a:custGeom>
                <a:avLst/>
                <a:gdLst/>
                <a:ahLst/>
                <a:cxnLst/>
                <a:rect r="r" b="b" t="t" l="l"/>
                <a:pathLst>
                  <a:path h="6379210" w="31900754">
                    <a:moveTo>
                      <a:pt x="25204906" y="0"/>
                    </a:moveTo>
                    <a:lnTo>
                      <a:pt x="8024961" y="0"/>
                    </a:lnTo>
                    <a:lnTo>
                      <a:pt x="6736517" y="7620"/>
                    </a:lnTo>
                    <a:lnTo>
                      <a:pt x="0" y="6379210"/>
                    </a:lnTo>
                    <a:lnTo>
                      <a:pt x="25254845" y="6379210"/>
                    </a:lnTo>
                    <a:lnTo>
                      <a:pt x="31900754" y="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</p:grpSp>
        <p:grpSp>
          <p:nvGrpSpPr>
            <p:cNvPr name="Group 9" id="9"/>
            <p:cNvGrpSpPr/>
            <p:nvPr/>
          </p:nvGrpSpPr>
          <p:grpSpPr>
            <a:xfrm rot="-2700000">
              <a:off x="3734095" y="6248668"/>
              <a:ext cx="6125442" cy="1485661"/>
              <a:chOff x="0" y="0"/>
              <a:chExt cx="26301750" cy="637921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26301750" cy="6379210"/>
              </a:xfrm>
              <a:custGeom>
                <a:avLst/>
                <a:gdLst/>
                <a:ahLst/>
                <a:cxnLst/>
                <a:rect r="r" b="b" t="t" l="l"/>
                <a:pathLst>
                  <a:path h="6379210" w="26301750">
                    <a:moveTo>
                      <a:pt x="19619477" y="0"/>
                    </a:moveTo>
                    <a:lnTo>
                      <a:pt x="7607643" y="0"/>
                    </a:lnTo>
                    <a:lnTo>
                      <a:pt x="6706792" y="7620"/>
                    </a:lnTo>
                    <a:lnTo>
                      <a:pt x="0" y="6379210"/>
                    </a:lnTo>
                    <a:lnTo>
                      <a:pt x="19655841" y="6379210"/>
                    </a:lnTo>
                    <a:lnTo>
                      <a:pt x="26301750" y="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</p:grpSp>
        <p:grpSp>
          <p:nvGrpSpPr>
            <p:cNvPr name="Group 11" id="11"/>
            <p:cNvGrpSpPr/>
            <p:nvPr/>
          </p:nvGrpSpPr>
          <p:grpSpPr>
            <a:xfrm rot="-2700000">
              <a:off x="3831566" y="1948101"/>
              <a:ext cx="6125442" cy="1485661"/>
              <a:chOff x="0" y="0"/>
              <a:chExt cx="26301750" cy="6379210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26301750" cy="6379210"/>
              </a:xfrm>
              <a:custGeom>
                <a:avLst/>
                <a:gdLst/>
                <a:ahLst/>
                <a:cxnLst/>
                <a:rect r="r" b="b" t="t" l="l"/>
                <a:pathLst>
                  <a:path h="6379210" w="26301750">
                    <a:moveTo>
                      <a:pt x="19619477" y="0"/>
                    </a:moveTo>
                    <a:lnTo>
                      <a:pt x="7607643" y="0"/>
                    </a:lnTo>
                    <a:lnTo>
                      <a:pt x="6706792" y="7620"/>
                    </a:lnTo>
                    <a:lnTo>
                      <a:pt x="0" y="6379210"/>
                    </a:lnTo>
                    <a:lnTo>
                      <a:pt x="19655841" y="6379210"/>
                    </a:lnTo>
                    <a:lnTo>
                      <a:pt x="26301750" y="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</p:grp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F1F0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2981325"/>
            <a:ext cx="12942131" cy="18644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5362"/>
              </a:lnSpc>
              <a:spcBef>
                <a:spcPct val="0"/>
              </a:spcBef>
            </a:pPr>
            <a:r>
              <a:rPr lang="en-US" b="true" sz="10972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5. Support Contact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5109422"/>
            <a:ext cx="12856727" cy="39202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435"/>
              </a:lnSpc>
              <a:spcBef>
                <a:spcPct val="0"/>
              </a:spcBef>
            </a:pPr>
            <a:r>
              <a:rPr lang="en-US" sz="316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If you encounter any difficulties completing the recovery process, please reach out to your system administrator or IT support desk for assistance.</a:t>
            </a:r>
          </a:p>
          <a:p>
            <a:pPr algn="l" marL="0" indent="0" lvl="0">
              <a:lnSpc>
                <a:spcPts val="4435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4435"/>
              </a:lnSpc>
              <a:spcBef>
                <a:spcPct val="0"/>
              </a:spcBef>
            </a:pPr>
            <a:r>
              <a:rPr lang="en-US" sz="316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For support, you may email our IT Support at:</a:t>
            </a:r>
          </a:p>
          <a:p>
            <a:pPr algn="l" marL="0" indent="0" lvl="0">
              <a:lnSpc>
                <a:spcPts val="4435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4435"/>
              </a:lnSpc>
              <a:spcBef>
                <a:spcPct val="0"/>
              </a:spcBef>
            </a:pPr>
            <a:r>
              <a:rPr lang="en-US" sz="316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Alternatively, you can call our help desk at your convenience.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4533478" y="6532478"/>
            <a:ext cx="3754522" cy="3754522"/>
            <a:chOff x="0" y="0"/>
            <a:chExt cx="5006029" cy="5006029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2503014" y="2503014"/>
              <a:ext cx="1251507" cy="1251507"/>
              <a:chOff x="0" y="0"/>
              <a:chExt cx="1913890" cy="191389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1913890" cy="1913890"/>
              </a:xfrm>
              <a:custGeom>
                <a:avLst/>
                <a:gdLst/>
                <a:ahLst/>
                <a:cxnLst/>
                <a:rect r="r" b="b" t="t" l="l"/>
                <a:pathLst>
                  <a:path h="1913890" w="1913890">
                    <a:moveTo>
                      <a:pt x="0" y="0"/>
                    </a:moveTo>
                    <a:lnTo>
                      <a:pt x="1913890" y="0"/>
                    </a:lnTo>
                    <a:lnTo>
                      <a:pt x="1913890" y="1913890"/>
                    </a:lnTo>
                    <a:lnTo>
                      <a:pt x="0" y="191389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</p:grpSp>
        <p:grpSp>
          <p:nvGrpSpPr>
            <p:cNvPr name="Group 7" id="7"/>
            <p:cNvGrpSpPr/>
            <p:nvPr/>
          </p:nvGrpSpPr>
          <p:grpSpPr>
            <a:xfrm rot="0">
              <a:off x="2503014" y="1251507"/>
              <a:ext cx="1251507" cy="1251507"/>
              <a:chOff x="0" y="0"/>
              <a:chExt cx="1913890" cy="191389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1913890" cy="1913890"/>
              </a:xfrm>
              <a:custGeom>
                <a:avLst/>
                <a:gdLst/>
                <a:ahLst/>
                <a:cxnLst/>
                <a:rect r="r" b="b" t="t" l="l"/>
                <a:pathLst>
                  <a:path h="1913890" w="1913890">
                    <a:moveTo>
                      <a:pt x="0" y="0"/>
                    </a:moveTo>
                    <a:lnTo>
                      <a:pt x="1913890" y="0"/>
                    </a:lnTo>
                    <a:lnTo>
                      <a:pt x="1913890" y="1913890"/>
                    </a:lnTo>
                    <a:lnTo>
                      <a:pt x="0" y="191389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</p:grpSp>
        <p:grpSp>
          <p:nvGrpSpPr>
            <p:cNvPr name="Group 9" id="9"/>
            <p:cNvGrpSpPr/>
            <p:nvPr/>
          </p:nvGrpSpPr>
          <p:grpSpPr>
            <a:xfrm rot="0">
              <a:off x="1251507" y="2503014"/>
              <a:ext cx="1251507" cy="1251507"/>
              <a:chOff x="0" y="0"/>
              <a:chExt cx="1913890" cy="191389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1913890" cy="1913890"/>
              </a:xfrm>
              <a:custGeom>
                <a:avLst/>
                <a:gdLst/>
                <a:ahLst/>
                <a:cxnLst/>
                <a:rect r="r" b="b" t="t" l="l"/>
                <a:pathLst>
                  <a:path h="1913890" w="1913890">
                    <a:moveTo>
                      <a:pt x="0" y="0"/>
                    </a:moveTo>
                    <a:lnTo>
                      <a:pt x="1913890" y="0"/>
                    </a:lnTo>
                    <a:lnTo>
                      <a:pt x="1913890" y="1913890"/>
                    </a:lnTo>
                    <a:lnTo>
                      <a:pt x="0" y="191389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</p:grpSp>
        <p:grpSp>
          <p:nvGrpSpPr>
            <p:cNvPr name="Group 11" id="11"/>
            <p:cNvGrpSpPr/>
            <p:nvPr/>
          </p:nvGrpSpPr>
          <p:grpSpPr>
            <a:xfrm rot="0">
              <a:off x="3754522" y="3754522"/>
              <a:ext cx="1251507" cy="1251507"/>
              <a:chOff x="0" y="0"/>
              <a:chExt cx="1913890" cy="1913890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1913890" cy="1913890"/>
              </a:xfrm>
              <a:custGeom>
                <a:avLst/>
                <a:gdLst/>
                <a:ahLst/>
                <a:cxnLst/>
                <a:rect r="r" b="b" t="t" l="l"/>
                <a:pathLst>
                  <a:path h="1913890" w="1913890">
                    <a:moveTo>
                      <a:pt x="0" y="0"/>
                    </a:moveTo>
                    <a:lnTo>
                      <a:pt x="1913890" y="0"/>
                    </a:lnTo>
                    <a:lnTo>
                      <a:pt x="1913890" y="1913890"/>
                    </a:lnTo>
                    <a:lnTo>
                      <a:pt x="0" y="191389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</p:grpSp>
        <p:grpSp>
          <p:nvGrpSpPr>
            <p:cNvPr name="Group 13" id="13"/>
            <p:cNvGrpSpPr/>
            <p:nvPr/>
          </p:nvGrpSpPr>
          <p:grpSpPr>
            <a:xfrm rot="0">
              <a:off x="3754522" y="2503014"/>
              <a:ext cx="1251507" cy="1251507"/>
              <a:chOff x="0" y="0"/>
              <a:chExt cx="1913890" cy="191389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1913890" cy="1913890"/>
              </a:xfrm>
              <a:custGeom>
                <a:avLst/>
                <a:gdLst/>
                <a:ahLst/>
                <a:cxnLst/>
                <a:rect r="r" b="b" t="t" l="l"/>
                <a:pathLst>
                  <a:path h="1913890" w="1913890">
                    <a:moveTo>
                      <a:pt x="0" y="0"/>
                    </a:moveTo>
                    <a:lnTo>
                      <a:pt x="1913890" y="0"/>
                    </a:lnTo>
                    <a:lnTo>
                      <a:pt x="1913890" y="1913890"/>
                    </a:lnTo>
                    <a:lnTo>
                      <a:pt x="0" y="191389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</p:grpSp>
        <p:grpSp>
          <p:nvGrpSpPr>
            <p:cNvPr name="Group 15" id="15"/>
            <p:cNvGrpSpPr/>
            <p:nvPr/>
          </p:nvGrpSpPr>
          <p:grpSpPr>
            <a:xfrm rot="0">
              <a:off x="2503014" y="3754522"/>
              <a:ext cx="1251507" cy="1251507"/>
              <a:chOff x="0" y="0"/>
              <a:chExt cx="1913890" cy="191389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1913890" cy="1913890"/>
              </a:xfrm>
              <a:custGeom>
                <a:avLst/>
                <a:gdLst/>
                <a:ahLst/>
                <a:cxnLst/>
                <a:rect r="r" b="b" t="t" l="l"/>
                <a:pathLst>
                  <a:path h="1913890" w="1913890">
                    <a:moveTo>
                      <a:pt x="0" y="0"/>
                    </a:moveTo>
                    <a:lnTo>
                      <a:pt x="1913890" y="0"/>
                    </a:lnTo>
                    <a:lnTo>
                      <a:pt x="1913890" y="1913890"/>
                    </a:lnTo>
                    <a:lnTo>
                      <a:pt x="0" y="191389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</p:grpSp>
        <p:grpSp>
          <p:nvGrpSpPr>
            <p:cNvPr name="Group 17" id="17"/>
            <p:cNvGrpSpPr/>
            <p:nvPr/>
          </p:nvGrpSpPr>
          <p:grpSpPr>
            <a:xfrm rot="0">
              <a:off x="3754522" y="1251507"/>
              <a:ext cx="1251507" cy="1251507"/>
              <a:chOff x="0" y="0"/>
              <a:chExt cx="1913890" cy="1913890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1913890" cy="1913890"/>
              </a:xfrm>
              <a:custGeom>
                <a:avLst/>
                <a:gdLst/>
                <a:ahLst/>
                <a:cxnLst/>
                <a:rect r="r" b="b" t="t" l="l"/>
                <a:pathLst>
                  <a:path h="1913890" w="1913890">
                    <a:moveTo>
                      <a:pt x="0" y="0"/>
                    </a:moveTo>
                    <a:lnTo>
                      <a:pt x="1913890" y="0"/>
                    </a:lnTo>
                    <a:lnTo>
                      <a:pt x="1913890" y="1913890"/>
                    </a:lnTo>
                    <a:lnTo>
                      <a:pt x="0" y="191389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</p:grpSp>
        <p:grpSp>
          <p:nvGrpSpPr>
            <p:cNvPr name="Group 19" id="19"/>
            <p:cNvGrpSpPr/>
            <p:nvPr/>
          </p:nvGrpSpPr>
          <p:grpSpPr>
            <a:xfrm rot="0">
              <a:off x="1251507" y="3754522"/>
              <a:ext cx="1251507" cy="1251507"/>
              <a:chOff x="0" y="0"/>
              <a:chExt cx="1913890" cy="191389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1913890" cy="1913890"/>
              </a:xfrm>
              <a:custGeom>
                <a:avLst/>
                <a:gdLst/>
                <a:ahLst/>
                <a:cxnLst/>
                <a:rect r="r" b="b" t="t" l="l"/>
                <a:pathLst>
                  <a:path h="1913890" w="1913890">
                    <a:moveTo>
                      <a:pt x="0" y="0"/>
                    </a:moveTo>
                    <a:lnTo>
                      <a:pt x="1913890" y="0"/>
                    </a:lnTo>
                    <a:lnTo>
                      <a:pt x="1913890" y="1913890"/>
                    </a:lnTo>
                    <a:lnTo>
                      <a:pt x="0" y="191389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</p:grpSp>
        <p:grpSp>
          <p:nvGrpSpPr>
            <p:cNvPr name="Group 21" id="21"/>
            <p:cNvGrpSpPr/>
            <p:nvPr/>
          </p:nvGrpSpPr>
          <p:grpSpPr>
            <a:xfrm rot="0">
              <a:off x="3754522" y="0"/>
              <a:ext cx="1251507" cy="1251507"/>
              <a:chOff x="0" y="0"/>
              <a:chExt cx="1913890" cy="1913890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1913890" cy="1913890"/>
              </a:xfrm>
              <a:custGeom>
                <a:avLst/>
                <a:gdLst/>
                <a:ahLst/>
                <a:cxnLst/>
                <a:rect r="r" b="b" t="t" l="l"/>
                <a:pathLst>
                  <a:path h="1913890" w="1913890">
                    <a:moveTo>
                      <a:pt x="0" y="0"/>
                    </a:moveTo>
                    <a:lnTo>
                      <a:pt x="1913890" y="0"/>
                    </a:lnTo>
                    <a:lnTo>
                      <a:pt x="1913890" y="1913890"/>
                    </a:lnTo>
                    <a:lnTo>
                      <a:pt x="0" y="191389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</p:grpSp>
        <p:grpSp>
          <p:nvGrpSpPr>
            <p:cNvPr name="Group 23" id="23"/>
            <p:cNvGrpSpPr/>
            <p:nvPr/>
          </p:nvGrpSpPr>
          <p:grpSpPr>
            <a:xfrm rot="0">
              <a:off x="0" y="3754522"/>
              <a:ext cx="1251507" cy="1251507"/>
              <a:chOff x="0" y="0"/>
              <a:chExt cx="1913890" cy="1913890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1913890" cy="1913890"/>
              </a:xfrm>
              <a:custGeom>
                <a:avLst/>
                <a:gdLst/>
                <a:ahLst/>
                <a:cxnLst/>
                <a:rect r="r" b="b" t="t" l="l"/>
                <a:pathLst>
                  <a:path h="1913890" w="1913890">
                    <a:moveTo>
                      <a:pt x="0" y="0"/>
                    </a:moveTo>
                    <a:lnTo>
                      <a:pt x="1913890" y="0"/>
                    </a:lnTo>
                    <a:lnTo>
                      <a:pt x="1913890" y="1913890"/>
                    </a:lnTo>
                    <a:lnTo>
                      <a:pt x="0" y="191389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</p:grpSp>
        <p:grpSp>
          <p:nvGrpSpPr>
            <p:cNvPr name="Group 25" id="25"/>
            <p:cNvGrpSpPr/>
            <p:nvPr/>
          </p:nvGrpSpPr>
          <p:grpSpPr>
            <a:xfrm rot="0">
              <a:off x="2503014" y="1251507"/>
              <a:ext cx="1251507" cy="1251507"/>
              <a:chOff x="0" y="0"/>
              <a:chExt cx="1913890" cy="1913890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1913890" cy="1913890"/>
              </a:xfrm>
              <a:custGeom>
                <a:avLst/>
                <a:gdLst/>
                <a:ahLst/>
                <a:cxnLst/>
                <a:rect r="r" b="b" t="t" l="l"/>
                <a:pathLst>
                  <a:path h="1913890" w="1913890">
                    <a:moveTo>
                      <a:pt x="0" y="0"/>
                    </a:moveTo>
                    <a:lnTo>
                      <a:pt x="1913890" y="0"/>
                    </a:lnTo>
                    <a:lnTo>
                      <a:pt x="1913890" y="1913890"/>
                    </a:lnTo>
                    <a:lnTo>
                      <a:pt x="0" y="191389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</p: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DAG4BZYUUV0</dc:identifier>
  <dcterms:modified xsi:type="dcterms:W3CDTF">2011-08-01T06:04:30Z</dcterms:modified>
  <cp:revision>1</cp:revision>
  <dc:title>MFA Recovery &amp; Lockout Communication Guide</dc:title>
</cp:coreProperties>
</file>